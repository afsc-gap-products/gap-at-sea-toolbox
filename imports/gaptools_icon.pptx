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7620"/>
    <a:srgbClr val="1D4994"/>
    <a:srgbClr val="52E0A4"/>
    <a:srgbClr val="7ED3FA"/>
    <a:srgbClr val="0B0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83D1-FE80-670D-CE32-1E81C6555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F158C-FADF-BDA5-90CF-F9A358A90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37772-4CEC-51D8-9921-FD247A8B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19961-F8AF-BCC0-F5EE-BE4D330E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5A6F4-BDE9-B87F-8E7E-6390393C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4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CE6A-02FA-E5B9-B9F4-8ACCA8D3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F0AF3-7B06-7715-4EA5-6CB23A97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0BB-9F51-AABB-72ED-C25537EB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6ABDE-5E18-D81C-14C0-26664EB9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FF08C-E9C6-2FD8-BE66-D45F210C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765D-5CD2-B715-0E8D-93CD29A3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F9C8E-420E-82D9-64A7-6A8250BE6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F34FC-6086-1108-9989-3763ED3C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F498-3B80-FBF2-A6DB-2D046B79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2DB96-2D2D-55F5-E622-36D67C4F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7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F9FF-5ED2-D591-994B-7CBD654A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E9434-9057-48D3-7162-5456EB09E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0F9F2-A278-D69E-FE1F-2A275777A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B5917-2D5D-07C1-23D2-6D32046B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7A383-4F04-B8AC-6043-8AD8DF83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F066A-1AD0-769B-394A-2B640FE6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6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08F3-387F-9A2C-6573-3B009C61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5F059-4B40-FFF7-EE75-D802C7ED7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6394-B64E-DB70-4FB5-5E0F22424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D7B38-C297-77E1-9F4A-FBDC2F32F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B17EC9-EC9C-4113-FEFD-B3BFFD76A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83D53-BD37-865A-2CFB-981AAA6F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E0E0C-5B4C-485D-5827-3C686412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05A29-46E6-F00A-1098-EC6345D9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8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B9D4-65DE-1FF8-ECAA-F5046338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3179A-8402-5407-22DF-94AE0DBA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38F50-BD54-84B1-6C26-44C39A1B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86326-6F8F-79C2-17B5-D7F7AC7D9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9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EBB25-2785-8097-5B73-CAE66E26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EB889-2411-2BDF-1329-AD1E627A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1807A-7705-9B45-B5E8-7AC2F539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1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3A9F-C00F-B8D4-2A59-FAF2CB04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27A-3747-486F-0C42-1BD975B9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E75E8-1915-390B-5C36-88F977396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EC854-467E-7841-AA96-6DFB92CF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2A1EE-09C7-48CE-4048-A2B08647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F270C-CBAD-D528-B43C-BD300C39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6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C45B-59EB-C605-D347-AB5F55B2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DC117D-0FEC-623E-BE3A-27F2FDCFA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BE868-9F3A-7B6A-1104-DE334EA61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49E57-ABC0-D369-80F7-48B52FAA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C366B-514A-B9ED-F5CB-FF96A17F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4E075-B34E-8668-27EF-A52C30EA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1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4378-0CDC-B8AD-09F8-D5136256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20421-D456-C0FE-6A28-A501B537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1DA30-81A7-FBA0-77D6-E8AA68E4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C713-118A-7A1D-4733-C463984E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6FC97-853D-2176-6B24-ED225B86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891E8-9B22-7549-7CBC-717535275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1D9B2-6914-A88B-5A2D-DAD55CFD8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1C486-8891-A4DD-E917-31167D1D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6741-7DA7-C5AA-A502-9AAA3383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9243C-8A52-99A9-8681-C84A16C3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5B2FB5-1237-475C-BAAC-4ADD1DFE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5FF-664F-CA37-3351-B07DA67BC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573FC-492B-D79D-D23E-62FD3F950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AEC6E-AECE-4408-9868-EAE95981C39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ECBEE-5AAB-5E66-D9D5-BE573093B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3E7B-4EB0-4B46-F225-9AA01C323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7F2D0-027B-4598-A016-686D9412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4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8B3267-C4C1-FE2A-714D-E9F3B2996A10}"/>
              </a:ext>
            </a:extLst>
          </p:cNvPr>
          <p:cNvSpPr/>
          <p:nvPr/>
        </p:nvSpPr>
        <p:spPr>
          <a:xfrm>
            <a:off x="1947672" y="1261872"/>
            <a:ext cx="6016752" cy="3108960"/>
          </a:xfrm>
          <a:prstGeom prst="rect">
            <a:avLst/>
          </a:prstGeom>
          <a:solidFill>
            <a:srgbClr val="1D4994"/>
          </a:solidFill>
          <a:ln w="38100">
            <a:solidFill>
              <a:srgbClr val="0B0C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8B34A-12D3-0045-078B-826355820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524" y="1374163"/>
            <a:ext cx="1527048" cy="1527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92E5F0-3ED2-7C9B-D4E2-F13BE292A366}"/>
              </a:ext>
            </a:extLst>
          </p:cNvPr>
          <p:cNvSpPr txBox="1"/>
          <p:nvPr/>
        </p:nvSpPr>
        <p:spPr>
          <a:xfrm>
            <a:off x="3121152" y="3125793"/>
            <a:ext cx="3669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7ED3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pyrus" panose="03070502060502030205" pitchFamily="66" charset="0"/>
              </a:rPr>
              <a:t>GAP Tools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6D59DC-CD2A-CDA1-0371-A7DD7558CC13}"/>
              </a:ext>
            </a:extLst>
          </p:cNvPr>
          <p:cNvSpPr txBox="1"/>
          <p:nvPr/>
        </p:nvSpPr>
        <p:spPr>
          <a:xfrm>
            <a:off x="1947672" y="3929125"/>
            <a:ext cx="608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2E0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pyrus" panose="03070502060502030205" pitchFamily="66" charset="0"/>
              </a:rPr>
              <a:t>Loading…</a:t>
            </a:r>
          </a:p>
        </p:txBody>
      </p:sp>
    </p:spTree>
    <p:extLst>
      <p:ext uri="{BB962C8B-B14F-4D97-AF65-F5344CB8AC3E}">
        <p14:creationId xmlns:p14="http://schemas.microsoft.com/office/powerpoint/2010/main" val="1627516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Papyrus</vt:lpstr>
      <vt:lpstr>Office Theme</vt:lpstr>
      <vt:lpstr>PowerPoint Presentation</vt:lpstr>
    </vt:vector>
  </TitlesOfParts>
  <Company>NOAA Fisheries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Rohan</dc:creator>
  <cp:lastModifiedBy>Sean Rohan</cp:lastModifiedBy>
  <cp:revision>1</cp:revision>
  <dcterms:created xsi:type="dcterms:W3CDTF">2026-05-20T16:03:24Z</dcterms:created>
  <dcterms:modified xsi:type="dcterms:W3CDTF">2026-05-20T16:11:57Z</dcterms:modified>
</cp:coreProperties>
</file>